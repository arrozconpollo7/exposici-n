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80B43-66D8-3E6D-7F81-122A23808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16D07B-7896-6848-8FC8-955970DBE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D26077-B43F-5A03-4200-F9C81AFE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BF2652-4A3C-2683-6781-0B95ED2B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BE129F-10FE-735E-2F1C-83B6C3BC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4989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70F25-008B-8089-7B56-D90819EA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1A735-752D-8EAD-B25D-E227803E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E89F3E-1AC3-FFF3-45A2-0611B7804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CE593F-A104-C7AB-733C-D8D94910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2848A3-FCED-DD96-28B4-9D810D45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231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05C5F1-D717-0E85-F53B-244DBA16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34F51B-9160-3B4E-41D7-F813319C8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7DBB8F-047C-D7E4-3280-E6DC639C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FA6CFC-116B-6D8A-7852-5B3F8B07F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E7E726-0EBB-EAB1-CE81-AC3022BF4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25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66E06-EA25-3FD2-7E40-DC76EE8C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920D9-2FE7-6DE0-BC06-B48644564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9F0B96-5E40-2DCD-04F1-49B2625FC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1E19F2-4B42-4E5E-D05A-5B84E52A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511174-63A1-B7AC-713D-54D187A45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3C210E-90EB-059C-887E-F4B0FC4B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4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EBC4B-6217-2E0E-4C48-F58B63A7E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9A5FA0-072B-B159-5413-69032B9D4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BB547E-3977-CD5A-C64B-1723A638E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FDD153-5639-5E8D-53CF-4F39A151F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100E3E-4C74-254D-B6C1-D3CF6BFA1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7D6179-4AD6-FE79-3CB9-91ACF4B0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B8869E0-47BB-6F45-62D3-230599C8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451944-3239-6466-07E9-34D36B59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770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B6B8C-207D-6155-890C-499DA794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8785D2-B792-CF2B-A494-2F51AED9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58B444-1183-2A6F-5A24-104C1378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08C7C6-BE19-9F0B-FA89-5FDD6905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53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7DFFCD-6575-92AC-AE5D-F5F451C8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B4C42B-37C3-EE37-AE3D-0C476F6C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6BC7A8-A99A-3FB4-6B9A-93AFED6B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270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E0C9C-7ABA-4DAD-506B-E1D4D873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64D9F-19E6-3A4C-7C3F-13D984F75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544200-E31F-06B8-14CD-3B9D250E9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B6B733-3BD5-3BE1-D5EC-239B8D827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0E19F6-3675-C56D-6A88-FB0151EF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5609FD-964C-ED85-F93A-B4F7E9F3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626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8CA33-87F5-04EC-252D-8E2E9A47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4AB189-91AC-B10D-DF6D-56E5E0949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F0A4E5-C56A-FE57-23DA-AFC1BA14E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BBDD8E-831D-7EE2-880A-D7E2655D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A54E4C-87AA-5402-B6BC-F6387B0D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7D20A9-F54D-8F07-76B4-C84BCEBF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2577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DC058-8B32-2F9B-918E-9D5D2DAD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0E142E-12C2-2062-00B6-2FF6FD1B3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A4F07-3BA8-40CF-DC04-9B0B33B2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9BAD23-8008-2A58-856E-BBFB2BC4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233F98-5089-AB25-692B-8173F77B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658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2288D5-05E3-1913-79C9-ADF2BEA1F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72ACEF-006D-858B-A773-CDC10809E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5CB594-6F18-34E1-06C8-A2928AF6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37293-6CF7-B49F-3D04-8A4A2E69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0EE28-A67B-BF56-6799-3A9392AE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89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3CBC1E-DCB5-751D-AFFB-8E6764A1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D7311A-932B-495B-4F50-C45F03F7F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29E39-EA58-07BC-6A5D-7C27D2100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034E6-6DB9-4C33-B553-91F9C623DDD0}" type="datetimeFigureOut">
              <a:rPr lang="es-CO" smtClean="0"/>
              <a:t>25/05/2026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57401A-B633-9EE2-771C-B0108E0A9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4355D2-7A46-668B-A198-674FE062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235FA-DAF6-4E82-B435-7DDCBA9E54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861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C93A1-3FBE-AF81-1B92-CC11B6399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A89E28-0D96-6ADC-C80E-7633FC64F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1947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Giraldo Regino</dc:creator>
  <cp:lastModifiedBy>Juan David Giraldo Regino</cp:lastModifiedBy>
  <cp:revision>1</cp:revision>
  <dcterms:created xsi:type="dcterms:W3CDTF">2026-05-25T06:11:04Z</dcterms:created>
  <dcterms:modified xsi:type="dcterms:W3CDTF">2026-05-25T06:11:21Z</dcterms:modified>
</cp:coreProperties>
</file>